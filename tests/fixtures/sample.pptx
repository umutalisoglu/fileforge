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Ideas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A little room for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Local previews. Real PDF pages. No file uploads.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572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/>
              <a:t>A different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Skate Scape is an unofficial fan project.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572000" cy="25146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52160" y="2468880"/>
          <a:ext cx="438912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